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4.xml"/>
    </Relationships>
</file>

<file path=ppt/notesSlides/_rels/notesSlide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5.xml"/>
    </Relationships>
</file>

<file path=ppt/notesSlides/_rels/notesSlide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6.xml"/>
    </Relationships>
</file>

<file path=ppt/notesSlides/_rels/notesSlide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7.xml"/>
    </Relationships>
</file>

<file path=ppt/notesSlides/_rels/notesSlide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8.xml"/>
    </Relationships>
</file>

<file path=ppt/notesSlides/_rels/notesSlide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9.xml"/>
    </Relationships>
</file>

<file path=ppt/notesSlides/_rels/notesSlide1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0.xml"/>
    </Relationships>
</file>

<file path=ppt/notesSlides/_rels/notesSlide1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1.xml"/>
    </Relationships>
</file>

<file path=ppt/notesSlides/_rels/notesSlide1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2.xml"/>
    </Relationships>
</file>

<file path=ppt/notesSlides/_rels/notesSlide1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3.xml"/>
    </Relationships>
</file>

<file path=ppt/notesSlides/_rels/notesSlide1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4.xml"/>
    </Relationships>
</file>

<file path=ppt/notesSlides/_rels/notesSlide1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5.xml"/>
    </Relationships>
</file>

<file path=ppt/notesSlides/_rels/notesSlide1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6.xml"/>
    </Relationships>
</file>

<file path=ppt/notesSlides/_rels/notesSlide1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7.xml"/>
    </Relationships>
</file>

<file path=ppt/notesSlides/_rels/notesSlide1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8.xml"/>
    </Relationships>
</file>

<file path=ppt/notesSlides/_rels/notesSlide1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9.xml"/>
    </Relationships>
</file>

<file path=ppt/notesSlides/_rels/notesSlide2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0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Picture 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2026-10-26T09:24:50Z</dcterms:created>
  <dcterms:modified xsi:type="dcterms:W3CDTF">2026-10-26T09:24:50Z</dcterms:modified>
</cp:coreProperties>
</file>